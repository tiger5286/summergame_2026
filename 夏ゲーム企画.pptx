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57" r:id="rId4"/>
    <p:sldId id="261" r:id="rId5"/>
    <p:sldId id="256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5A6D50-8642-B3CB-068C-66C4A7B7F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F7117C1-0AD0-6ED3-A058-806B56F6C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402050-7FBB-6DB7-A149-04FE641AA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82BFD2-E6B8-94E7-830C-90508F233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1CC9B3-0DCE-43FE-0174-A358C0370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610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6BCCB7-D80E-59AE-31EC-C083713A5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4C66F8-3A81-055E-E6A7-6A3F90567B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282D48-DA2A-9BFE-BF00-408038D75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78145B-9B94-E26A-31C3-DEE9D1968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AB4E25-F439-D0EE-2F4A-19F995F3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295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24A72D-18DF-3339-2926-E548C50F8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E9211EF-0241-2807-457C-66E60174E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5B40F0-00AA-499E-9452-FB1952BC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D13937-DEA8-A6F2-478D-00CEB6D86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172369-3A2F-2E48-C287-861E67679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6174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23E1B0-5D42-87FB-2C2E-3A2D67383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BB8405-786F-5EA1-B4EC-A757AC571B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F2FD32-9E3E-CB7B-D40E-BB379BD1A1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9D2D140-9E9B-1ACB-8627-53FBA1632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EFB77E-870D-CC30-0734-7ED12C46A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BBA8E41-EFEC-69B8-4D68-B5566D511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0976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B8DD2B-BEEC-2119-F2EC-ED48D14EC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BD221E5-78E7-2E43-87BB-9DC20C072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AECE11F-9C96-A149-5922-07A4CE1847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4BAD40A-BD1A-C617-7DE6-0F600BA772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A7B71BD-0D6A-D17C-1492-10B860D2A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15C7572-5CB2-3BD6-B5B3-7D98DAE78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727C18-937C-DB9E-88F0-59A205E2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491D3E8-F8B1-8EC8-332E-534FC2B0E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9140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09A82D-E0CD-4681-2C00-8DC3E202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52CD855-B1D1-EDB9-B4C0-4EDC897D2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42A7F51-E055-7950-D143-7A8A036E6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999D1C8-0AF3-93EA-17B4-983731DE0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5186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9280FE8-405A-A5D6-BAA5-630CDC816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B9B2668-9227-47FA-A995-0824F2E6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A6DA642-7F72-0189-2428-CF024DEE2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4925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A60B44-2F8D-A4F6-7501-3F08C17EA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5CC1A-6DCF-17B0-FD2C-66AA06319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0AD4EBB-8581-BE82-EA85-29CDD38EA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7C5F19C-C176-B85F-9A98-B4D1FCB3D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4A3035F-23B9-E06E-DD2C-49BE845C1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1740E4-80A5-4918-E5A1-82F76A817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063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DC0EC4-0BE3-353A-F46C-CD2CDE0E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1D88204-7E28-D388-1357-FAFB372F40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7EC2B4-8383-8334-8D2C-0456B485E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85F5C-4F18-67AF-E5C7-838C7E494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03CCB2-2A11-A373-5E37-C6FFD0F2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70E314-9B90-53C0-B5F8-8FD4F3AB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99320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AA82C-84FC-FFBF-A728-6436C299D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F278A21-440E-5CC1-7884-58063500E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4DB624-0FFE-8008-2293-0E8025B83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201487-E0F0-073B-1434-DAA3EB7D9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EA7071-2CF0-6C99-2894-AC2C37CD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3119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142ECAA-AFC7-44BB-522A-7FBB2799B1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DFA286F-3E57-DA01-AA00-9EEF27D4C4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23AF4C-C0B8-36DA-34BD-6FE3D352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4EB4B5-E641-52A6-724B-07CC9106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A212CC-5C12-5281-2B7C-0B288E11E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35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3DE4DE-4427-BB2F-45B1-63E3B3055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3AF4DFB-604E-7EC7-4692-0E7B13C1A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070D7C-E012-06B5-8FE8-72099D6AE0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F8ADE-B108-46AD-965F-F7327D8A4733}" type="datetimeFigureOut">
              <a:rPr kumimoji="1" lang="ja-JP" altLang="en-US" smtClean="0"/>
              <a:t>2026/5/12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53D454F-08C5-38DD-6198-984D9B7AA2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EC3090-440A-74BC-65D4-E2A24727AA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9DD454-3EBD-48F8-BC9F-34E711C95F3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7233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6F842C-54DD-B570-41E9-C81183F751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Iron Sword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631DDE-DD4A-7AE0-491D-6022E9F307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ジャンル：</a:t>
            </a:r>
            <a:r>
              <a:rPr lang="en-US" altLang="ja-JP" dirty="0"/>
              <a:t>3D</a:t>
            </a:r>
            <a:r>
              <a:rPr lang="ja-JP" altLang="en-US" dirty="0"/>
              <a:t>アクション</a:t>
            </a:r>
            <a:endParaRPr lang="en-US" altLang="ja-JP" dirty="0"/>
          </a:p>
          <a:p>
            <a:r>
              <a:rPr lang="ja-JP" altLang="en-US" dirty="0"/>
              <a:t>プレイ人数：</a:t>
            </a:r>
            <a:r>
              <a:rPr lang="en-US" altLang="ja-JP" dirty="0"/>
              <a:t>1</a:t>
            </a:r>
            <a:r>
              <a:rPr lang="ja-JP" altLang="en-US" dirty="0"/>
              <a:t>人</a:t>
            </a:r>
            <a:endParaRPr lang="en-US" altLang="ja-JP" dirty="0"/>
          </a:p>
          <a:p>
            <a:r>
              <a:rPr kumimoji="1" lang="ja-JP" altLang="en-US" dirty="0"/>
              <a:t>プラットフォーム：</a:t>
            </a:r>
            <a:r>
              <a:rPr kumimoji="1" lang="en-US" altLang="ja-JP" dirty="0"/>
              <a:t>Windows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32904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3191CAD-547E-63E0-1E99-0946D6A3654E}"/>
              </a:ext>
            </a:extLst>
          </p:cNvPr>
          <p:cNvSpPr txBox="1"/>
          <p:nvPr/>
        </p:nvSpPr>
        <p:spPr>
          <a:xfrm>
            <a:off x="4721263" y="1466850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コンセプト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0810D5-B6D9-0395-AB2D-115E6B7C4F50}"/>
              </a:ext>
            </a:extLst>
          </p:cNvPr>
          <p:cNvSpPr txBox="1"/>
          <p:nvPr/>
        </p:nvSpPr>
        <p:spPr>
          <a:xfrm>
            <a:off x="3579926" y="2967335"/>
            <a:ext cx="50321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dirty="0"/>
              <a:t>シンプル</a:t>
            </a:r>
            <a:r>
              <a:rPr kumimoji="1" lang="en-US" altLang="ja-JP" sz="5400" dirty="0"/>
              <a:t>×</a:t>
            </a:r>
            <a:r>
              <a:rPr lang="ja-JP" altLang="en-US" sz="5400" dirty="0"/>
              <a:t>爽快</a:t>
            </a:r>
            <a:endParaRPr lang="en-US" altLang="ja-JP" sz="5400" dirty="0"/>
          </a:p>
        </p:txBody>
      </p:sp>
    </p:spTree>
    <p:extLst>
      <p:ext uri="{BB962C8B-B14F-4D97-AF65-F5344CB8AC3E}">
        <p14:creationId xmlns:p14="http://schemas.microsoft.com/office/powerpoint/2010/main" val="1887785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DB0864-9183-EA12-91B0-4130E0F5A634}"/>
              </a:ext>
            </a:extLst>
          </p:cNvPr>
          <p:cNvSpPr txBox="1"/>
          <p:nvPr/>
        </p:nvSpPr>
        <p:spPr>
          <a:xfrm>
            <a:off x="781050" y="704850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ゲーム概要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E7EC91-4465-C72C-1CE0-78AE38B34E1C}"/>
              </a:ext>
            </a:extLst>
          </p:cNvPr>
          <p:cNvSpPr txBox="1"/>
          <p:nvPr/>
        </p:nvSpPr>
        <p:spPr>
          <a:xfrm>
            <a:off x="781050" y="1992050"/>
            <a:ext cx="70070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剣での通常攻撃コンボと必殺技で敵を倒し</a:t>
            </a:r>
            <a:endParaRPr lang="en-US" altLang="ja-JP" sz="2800" dirty="0"/>
          </a:p>
          <a:p>
            <a:r>
              <a:rPr lang="ja-JP" altLang="en-US" sz="2800" dirty="0"/>
              <a:t>ステージを攻略していくゲーム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2487228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F286948-9E6E-A637-A1C6-EEF496644A5E}"/>
              </a:ext>
            </a:extLst>
          </p:cNvPr>
          <p:cNvSpPr txBox="1"/>
          <p:nvPr/>
        </p:nvSpPr>
        <p:spPr>
          <a:xfrm>
            <a:off x="466724" y="514350"/>
            <a:ext cx="36671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/>
              <a:t>ゲームの流れ</a:t>
            </a:r>
          </a:p>
        </p:txBody>
      </p:sp>
    </p:spTree>
    <p:extLst>
      <p:ext uri="{BB962C8B-B14F-4D97-AF65-F5344CB8AC3E}">
        <p14:creationId xmlns:p14="http://schemas.microsoft.com/office/powerpoint/2010/main" val="199027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A9EEDD8-5C9A-3BD1-AE5E-1B58FC870539}"/>
              </a:ext>
            </a:extLst>
          </p:cNvPr>
          <p:cNvSpPr txBox="1"/>
          <p:nvPr/>
        </p:nvSpPr>
        <p:spPr>
          <a:xfrm>
            <a:off x="708602" y="526063"/>
            <a:ext cx="83591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/>
              <a:t>やりたいこと</a:t>
            </a:r>
            <a:r>
              <a:rPr lang="ja-JP" altLang="en-US" sz="4800" dirty="0"/>
              <a:t>①</a:t>
            </a:r>
            <a:r>
              <a:rPr kumimoji="1" lang="ja-JP" altLang="en-US" sz="4800" dirty="0"/>
              <a:t>：必殺技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533E33F7-14C9-B1B5-5486-FC585BE355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02" y="4565130"/>
            <a:ext cx="3671601" cy="173811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F026415-C053-68AC-8729-A94D75BE7E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6085" y="3238952"/>
            <a:ext cx="1676634" cy="132416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299FB53-0C3B-4D62-751A-973DD1CB4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275" y="3238952"/>
            <a:ext cx="5504873" cy="309298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97F338B-8999-EBA8-C8A1-44B41F88CD6B}"/>
              </a:ext>
            </a:extLst>
          </p:cNvPr>
          <p:cNvSpPr txBox="1"/>
          <p:nvPr/>
        </p:nvSpPr>
        <p:spPr>
          <a:xfrm>
            <a:off x="1297907" y="268394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攻撃でゲージを貯める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2BA1A6C-6ACE-26D9-E116-EF76580E7A93}"/>
              </a:ext>
            </a:extLst>
          </p:cNvPr>
          <p:cNvSpPr txBox="1"/>
          <p:nvPr/>
        </p:nvSpPr>
        <p:spPr>
          <a:xfrm>
            <a:off x="7054551" y="2468536"/>
            <a:ext cx="341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ゲージを消費して必殺技を発動</a:t>
            </a:r>
          </a:p>
        </p:txBody>
      </p:sp>
      <p:sp>
        <p:nvSpPr>
          <p:cNvPr id="13" name="矢印: 右 12">
            <a:extLst>
              <a:ext uri="{FF2B5EF4-FFF2-40B4-BE49-F238E27FC236}">
                <a16:creationId xmlns:a16="http://schemas.microsoft.com/office/drawing/2014/main" id="{912FBBBD-056B-7254-FF1B-BCDFF3EC36B9}"/>
              </a:ext>
            </a:extLst>
          </p:cNvPr>
          <p:cNvSpPr/>
          <p:nvPr/>
        </p:nvSpPr>
        <p:spPr>
          <a:xfrm>
            <a:off x="4643293" y="3677112"/>
            <a:ext cx="1237673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矢印: 右 13">
            <a:extLst>
              <a:ext uri="{FF2B5EF4-FFF2-40B4-BE49-F238E27FC236}">
                <a16:creationId xmlns:a16="http://schemas.microsoft.com/office/drawing/2014/main" id="{8BF0D0A6-2640-80DA-2B97-E9A68776EF7E}"/>
              </a:ext>
            </a:extLst>
          </p:cNvPr>
          <p:cNvSpPr/>
          <p:nvPr/>
        </p:nvSpPr>
        <p:spPr>
          <a:xfrm flipH="1">
            <a:off x="4597279" y="5226370"/>
            <a:ext cx="1195919" cy="4156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E0FF73-7B18-5E39-E51B-5E7BBB8D82EC}"/>
              </a:ext>
            </a:extLst>
          </p:cNvPr>
          <p:cNvSpPr txBox="1"/>
          <p:nvPr/>
        </p:nvSpPr>
        <p:spPr>
          <a:xfrm>
            <a:off x="3541454" y="1728363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必殺技で敵を一掃するのが爽快！！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773422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B0909-FECC-BCAE-2D44-1EA094A43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903457-A90E-2F84-A4D3-374D3A55D191}"/>
              </a:ext>
            </a:extLst>
          </p:cNvPr>
          <p:cNvSpPr txBox="1"/>
          <p:nvPr/>
        </p:nvSpPr>
        <p:spPr>
          <a:xfrm>
            <a:off x="708601" y="526063"/>
            <a:ext cx="103689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800" dirty="0"/>
              <a:t>やりたいこと②：ジャスト回避反撃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CA826D8-26F5-817A-AC5C-53BDB8BC6008}"/>
              </a:ext>
            </a:extLst>
          </p:cNvPr>
          <p:cNvSpPr txBox="1"/>
          <p:nvPr/>
        </p:nvSpPr>
        <p:spPr>
          <a:xfrm>
            <a:off x="2050887" y="1988023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ゲージがたくさん貯まるため、より必殺技を回せる！</a:t>
            </a:r>
            <a:endParaRPr kumimoji="1" lang="ja-JP" altLang="en-US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EE3DEF-1B8B-53D3-BC4D-24DBD36E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01" y="3519844"/>
            <a:ext cx="3972330" cy="26959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D22112C-5D25-A18A-59FA-E312B4577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3519845"/>
            <a:ext cx="4612765" cy="2695974"/>
          </a:xfrm>
          <a:prstGeom prst="rect">
            <a:avLst/>
          </a:prstGeom>
        </p:spPr>
      </p:pic>
      <p:sp>
        <p:nvSpPr>
          <p:cNvPr id="15" name="矢印: 右 14">
            <a:extLst>
              <a:ext uri="{FF2B5EF4-FFF2-40B4-BE49-F238E27FC236}">
                <a16:creationId xmlns:a16="http://schemas.microsoft.com/office/drawing/2014/main" id="{11CA87FD-4051-2587-8CBA-DE0BFD0FCD2A}"/>
              </a:ext>
            </a:extLst>
          </p:cNvPr>
          <p:cNvSpPr/>
          <p:nvPr/>
        </p:nvSpPr>
        <p:spPr>
          <a:xfrm>
            <a:off x="4857750" y="4591050"/>
            <a:ext cx="2076450" cy="46166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46672B7-48E6-8295-D91C-321BC9E188C4}"/>
              </a:ext>
            </a:extLst>
          </p:cNvPr>
          <p:cNvSpPr txBox="1"/>
          <p:nvPr/>
        </p:nvSpPr>
        <p:spPr>
          <a:xfrm>
            <a:off x="1909936" y="315051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ジャスト回避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BD40A98-B9C1-7AC8-1596-0D8703F7570D}"/>
              </a:ext>
            </a:extLst>
          </p:cNvPr>
          <p:cNvSpPr txBox="1"/>
          <p:nvPr/>
        </p:nvSpPr>
        <p:spPr>
          <a:xfrm>
            <a:off x="9008092" y="319956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反撃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CDE254B-720F-BFD1-55E5-EAE256C5CC0F}"/>
              </a:ext>
            </a:extLst>
          </p:cNvPr>
          <p:cNvSpPr txBox="1"/>
          <p:nvPr/>
        </p:nvSpPr>
        <p:spPr>
          <a:xfrm>
            <a:off x="5167125" y="429864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攻撃ボタン</a:t>
            </a:r>
          </a:p>
        </p:txBody>
      </p:sp>
    </p:spTree>
    <p:extLst>
      <p:ext uri="{BB962C8B-B14F-4D97-AF65-F5344CB8AC3E}">
        <p14:creationId xmlns:p14="http://schemas.microsoft.com/office/powerpoint/2010/main" val="3336402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97</Words>
  <Application>Microsoft Office PowerPoint</Application>
  <PresentationFormat>ワイド画面</PresentationFormat>
  <Paragraphs>19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Iron Sword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大翔 佐々木</dc:creator>
  <cp:lastModifiedBy>大翔 佐々木</cp:lastModifiedBy>
  <cp:revision>2</cp:revision>
  <dcterms:created xsi:type="dcterms:W3CDTF">2026-05-07T02:19:05Z</dcterms:created>
  <dcterms:modified xsi:type="dcterms:W3CDTF">2026-05-12T03:44:51Z</dcterms:modified>
</cp:coreProperties>
</file>