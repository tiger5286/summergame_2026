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5A6D50-8642-B3CB-068C-66C4A7B7F1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F7117C1-0AD0-6ED3-A058-806B56F6CE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402050-7FBB-6DB7-A149-04FE641AA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82BFD2-E6B8-94E7-830C-90508F233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1CC9B3-0DCE-43FE-0174-A358C0370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610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6BCCB7-D80E-59AE-31EC-C083713A5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4C66F8-3A81-055E-E6A7-6A3F90567B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282D48-DA2A-9BFE-BF00-408038D75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778145B-9B94-E26A-31C3-DEE9D1968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AB4E25-F439-D0EE-2F4A-19F995F3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295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24A72D-18DF-3339-2926-E548C50F8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9211EF-0241-2807-457C-66E60174E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45B40F0-00AA-499E-9452-FB1952BC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D13937-DEA8-A6F2-478D-00CEB6D86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172369-3A2F-2E48-C287-861E67679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6174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23E1B0-5D42-87FB-2C2E-3A2D67383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3BB8405-786F-5EA1-B4EC-A757AC571B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3F2FD32-9E3E-CB7B-D40E-BB379BD1A1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9D2D140-9E9B-1ACB-8627-53FBA1632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EFB77E-870D-CC30-0734-7ED12C46A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BBA8E41-EFEC-69B8-4D68-B5566D511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9097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B8DD2B-BEEC-2119-F2EC-ED48D14EC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BD221E5-78E7-2E43-87BB-9DC20C072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AECE11F-9C96-A149-5922-07A4CE1847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4BAD40A-BD1A-C617-7DE6-0F600BA772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A7B71BD-0D6A-D17C-1492-10B860D2A5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15C7572-5CB2-3BD6-B5B3-7D98DAE78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D727C18-937C-DB9E-88F0-59A205E23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491D3E8-F8B1-8EC8-332E-534FC2B0E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9140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09A82D-E0CD-4681-2C00-8DC3E202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52CD855-B1D1-EDB9-B4C0-4EDC897D2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42A7F51-E055-7950-D143-7A8A036E6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999D1C8-0AF3-93EA-17B4-983731DE0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5186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9280FE8-405A-A5D6-BAA5-630CDC816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B9B2668-9227-47FA-A995-0824F2E6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A6DA642-7F72-0189-2428-CF024DEE2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4925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A60B44-2F8D-A4F6-7501-3F08C17EA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E5CC1A-6DCF-17B0-FD2C-66AA06319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0AD4EBB-8581-BE82-EA85-29CDD38EA0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7C5F19C-C176-B85F-9A98-B4D1FCB3D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4A3035F-23B9-E06E-DD2C-49BE845C1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1740E4-80A5-4918-E5A1-82F76A817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063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DC0EC4-0BE3-353A-F46C-CD2CDE0E8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1D88204-7E28-D388-1357-FAFB372F40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7EC2B4-8383-8334-8D2C-0456B485E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285F5C-4F18-67AF-E5C7-838C7E494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03CCB2-2A11-A373-5E37-C6FFD0F2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70E314-9B90-53C0-B5F8-8FD4F3AB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9932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AA82C-84FC-FFBF-A728-6436C299D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F278A21-440E-5CC1-7884-58063500E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4DB624-0FFE-8008-2293-0E8025B83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201487-E0F0-073B-1434-DAA3EB7D9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EA7071-2CF0-6C99-2894-AC2C37CD6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3119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142ECAA-AFC7-44BB-522A-7FBB2799B1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DFA286F-3E57-DA01-AA00-9EEF27D4C4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23AF4C-C0B8-36DA-34BD-6FE3D3520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4EB4B5-E641-52A6-724B-07CC9106C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A212CC-5C12-5281-2B7C-0B288E11E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1035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13DE4DE-4427-BB2F-45B1-63E3B3055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3AF4DFB-604E-7EC7-4692-0E7B13C1A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070D7C-E012-06B5-8FE8-72099D6AE0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F8ADE-B108-46AD-965F-F7327D8A4733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53D454F-08C5-38DD-6198-984D9B7AA2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EC3090-440A-74BC-65D4-E2A24727AA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723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A9EEDD8-5C9A-3BD1-AE5E-1B58FC870539}"/>
              </a:ext>
            </a:extLst>
          </p:cNvPr>
          <p:cNvSpPr txBox="1"/>
          <p:nvPr/>
        </p:nvSpPr>
        <p:spPr>
          <a:xfrm>
            <a:off x="794327" y="72043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斬鉄剣</a:t>
            </a:r>
            <a:endParaRPr kumimoji="1" lang="ja-JP" altLang="en-US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33E33F7-14C9-B1B5-5486-FC585BE35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327" y="4637982"/>
            <a:ext cx="3671601" cy="173811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F026415-C053-68AC-8729-A94D75BE7E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810" y="3311804"/>
            <a:ext cx="1676634" cy="132416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299FB53-0C3B-4D62-751A-973DD1CB40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311804"/>
            <a:ext cx="5504873" cy="3092985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97F338B-8999-EBA8-C8A1-44B41F88CD6B}"/>
              </a:ext>
            </a:extLst>
          </p:cNvPr>
          <p:cNvSpPr txBox="1"/>
          <p:nvPr/>
        </p:nvSpPr>
        <p:spPr>
          <a:xfrm>
            <a:off x="1383632" y="275679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攻撃でゲージを貯める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2BA1A6C-6ACE-26D9-E116-EF76580E7A93}"/>
              </a:ext>
            </a:extLst>
          </p:cNvPr>
          <p:cNvSpPr txBox="1"/>
          <p:nvPr/>
        </p:nvSpPr>
        <p:spPr>
          <a:xfrm>
            <a:off x="7140276" y="2541388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ゲージを消費して必殺技を発動</a:t>
            </a:r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912FBBBD-056B-7254-FF1B-BCDFF3EC36B9}"/>
              </a:ext>
            </a:extLst>
          </p:cNvPr>
          <p:cNvSpPr/>
          <p:nvPr/>
        </p:nvSpPr>
        <p:spPr>
          <a:xfrm>
            <a:off x="4729018" y="3749964"/>
            <a:ext cx="1237673" cy="4156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矢印: 右 13">
            <a:extLst>
              <a:ext uri="{FF2B5EF4-FFF2-40B4-BE49-F238E27FC236}">
                <a16:creationId xmlns:a16="http://schemas.microsoft.com/office/drawing/2014/main" id="{8BF0D0A6-2640-80DA-2B97-E9A68776EF7E}"/>
              </a:ext>
            </a:extLst>
          </p:cNvPr>
          <p:cNvSpPr/>
          <p:nvPr/>
        </p:nvSpPr>
        <p:spPr>
          <a:xfrm flipH="1">
            <a:off x="4683004" y="5299222"/>
            <a:ext cx="1195919" cy="4156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3422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0D26A04-2271-A027-F015-60D32318480D}"/>
              </a:ext>
            </a:extLst>
          </p:cNvPr>
          <p:cNvSpPr txBox="1"/>
          <p:nvPr/>
        </p:nvSpPr>
        <p:spPr>
          <a:xfrm>
            <a:off x="665018" y="738909"/>
            <a:ext cx="3143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・ステージ数：</a:t>
            </a:r>
            <a:r>
              <a:rPr lang="en-US" altLang="ja-JP" dirty="0"/>
              <a:t>1~3</a:t>
            </a:r>
            <a:r>
              <a:rPr lang="ja-JP" altLang="en-US" dirty="0"/>
              <a:t>ステージ</a:t>
            </a:r>
            <a:br>
              <a:rPr lang="en-US" altLang="ja-JP" dirty="0"/>
            </a:br>
            <a:r>
              <a:rPr lang="ja-JP" altLang="en-US" dirty="0"/>
              <a:t>・敵　　　　：</a:t>
            </a:r>
            <a:r>
              <a:rPr lang="en-US" altLang="ja-JP" dirty="0"/>
              <a:t>3~4</a:t>
            </a:r>
            <a:r>
              <a:rPr lang="ja-JP" altLang="en-US" dirty="0"/>
              <a:t>種類</a:t>
            </a:r>
            <a:endParaRPr lang="en-US" altLang="ja-JP" dirty="0"/>
          </a:p>
          <a:p>
            <a:r>
              <a:rPr kumimoji="1" lang="ja-JP" altLang="en-US" dirty="0"/>
              <a:t>・ボス　　　：</a:t>
            </a:r>
            <a:r>
              <a:rPr kumimoji="1" lang="en-US" altLang="ja-JP" dirty="0"/>
              <a:t>1~2</a:t>
            </a:r>
            <a:r>
              <a:rPr kumimoji="1" lang="ja-JP" altLang="en-US" dirty="0"/>
              <a:t>種類</a:t>
            </a:r>
          </a:p>
        </p:txBody>
      </p:sp>
    </p:spTree>
    <p:extLst>
      <p:ext uri="{BB962C8B-B14F-4D97-AF65-F5344CB8AC3E}">
        <p14:creationId xmlns:p14="http://schemas.microsoft.com/office/powerpoint/2010/main" val="2487228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32</Words>
  <Application>Microsoft Office PowerPoint</Application>
  <PresentationFormat>ワイド画面</PresentationFormat>
  <Paragraphs>5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大翔 佐々木</dc:creator>
  <cp:lastModifiedBy>大翔 佐々木</cp:lastModifiedBy>
  <cp:revision>1</cp:revision>
  <dcterms:created xsi:type="dcterms:W3CDTF">2026-05-07T02:19:05Z</dcterms:created>
  <dcterms:modified xsi:type="dcterms:W3CDTF">2026-05-07T02:30:44Z</dcterms:modified>
</cp:coreProperties>
</file>