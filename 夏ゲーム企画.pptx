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  <p:sldId id="256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0329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995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206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295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59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24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46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89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82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887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07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95F8ADE-B108-46AD-965F-F7327D8A4733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69DD454-3EBD-48F8-BC9F-34E711C95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5136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金属の剣と盾">
            <a:extLst>
              <a:ext uri="{FF2B5EF4-FFF2-40B4-BE49-F238E27FC236}">
                <a16:creationId xmlns:a16="http://schemas.microsoft.com/office/drawing/2014/main" id="{E3268B8B-8A1B-2341-F85C-EE2F47D598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432" r="-1" b="196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46F842C-54DD-B570-41E9-C81183F75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365760"/>
            <a:ext cx="9144000" cy="3063240"/>
          </a:xfrm>
        </p:spPr>
        <p:txBody>
          <a:bodyPr>
            <a:normAutofit/>
          </a:bodyPr>
          <a:lstStyle/>
          <a:p>
            <a:r>
              <a:rPr kumimoji="1" lang="en-US" altLang="ja-JP" sz="6600" dirty="0">
                <a:solidFill>
                  <a:schemeClr val="bg1"/>
                </a:solidFill>
              </a:rPr>
              <a:t>Iron Sword</a:t>
            </a:r>
            <a:endParaRPr kumimoji="1" lang="ja-JP" altLang="en-US" sz="6600" dirty="0">
              <a:solidFill>
                <a:schemeClr val="bg1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631DDE-DD4A-7AE0-491D-6022E9F30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endParaRPr lang="en-US" altLang="ja-JP" sz="1900">
              <a:solidFill>
                <a:schemeClr val="bg1"/>
              </a:solidFill>
            </a:endParaRPr>
          </a:p>
          <a:p>
            <a:r>
              <a:rPr lang="ja-JP" altLang="en-US" sz="1900">
                <a:solidFill>
                  <a:schemeClr val="bg1"/>
                </a:solidFill>
              </a:rPr>
              <a:t>ジャンル：</a:t>
            </a:r>
            <a:r>
              <a:rPr lang="en-US" altLang="ja-JP" sz="1900">
                <a:solidFill>
                  <a:schemeClr val="bg1"/>
                </a:solidFill>
              </a:rPr>
              <a:t>3D</a:t>
            </a:r>
            <a:r>
              <a:rPr lang="ja-JP" altLang="en-US" sz="1900">
                <a:solidFill>
                  <a:schemeClr val="bg1"/>
                </a:solidFill>
              </a:rPr>
              <a:t>アクション</a:t>
            </a:r>
            <a:endParaRPr lang="en-US" altLang="ja-JP" sz="1900">
              <a:solidFill>
                <a:schemeClr val="bg1"/>
              </a:solidFill>
            </a:endParaRPr>
          </a:p>
          <a:p>
            <a:r>
              <a:rPr lang="ja-JP" altLang="en-US" sz="1900">
                <a:solidFill>
                  <a:schemeClr val="bg1"/>
                </a:solidFill>
              </a:rPr>
              <a:t>プレイ人数：</a:t>
            </a:r>
            <a:r>
              <a:rPr lang="en-US" altLang="ja-JP" sz="1900">
                <a:solidFill>
                  <a:schemeClr val="bg1"/>
                </a:solidFill>
              </a:rPr>
              <a:t>1</a:t>
            </a:r>
            <a:r>
              <a:rPr lang="ja-JP" altLang="en-US" sz="1900">
                <a:solidFill>
                  <a:schemeClr val="bg1"/>
                </a:solidFill>
              </a:rPr>
              <a:t>人</a:t>
            </a:r>
            <a:endParaRPr lang="en-US" altLang="ja-JP" sz="1900">
              <a:solidFill>
                <a:schemeClr val="bg1"/>
              </a:solidFill>
            </a:endParaRPr>
          </a:p>
          <a:p>
            <a:r>
              <a:rPr kumimoji="1" lang="ja-JP" altLang="en-US" sz="1900">
                <a:solidFill>
                  <a:schemeClr val="bg1"/>
                </a:solidFill>
              </a:rPr>
              <a:t>プラットフォーム：</a:t>
            </a:r>
            <a:r>
              <a:rPr kumimoji="1" lang="en-US" altLang="ja-JP" sz="1900">
                <a:solidFill>
                  <a:schemeClr val="bg1"/>
                </a:solidFill>
              </a:rPr>
              <a:t>Windows</a:t>
            </a:r>
          </a:p>
          <a:p>
            <a:endParaRPr kumimoji="1" lang="ja-JP" altLang="en-US" sz="1900">
              <a:solidFill>
                <a:schemeClr val="bg1"/>
              </a:solidFill>
            </a:endParaRP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04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191CAD-547E-63E0-1E99-0946D6A3654E}"/>
              </a:ext>
            </a:extLst>
          </p:cNvPr>
          <p:cNvSpPr txBox="1"/>
          <p:nvPr/>
        </p:nvSpPr>
        <p:spPr>
          <a:xfrm>
            <a:off x="4721263" y="1466850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コンセプト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0810D5-B6D9-0395-AB2D-115E6B7C4F50}"/>
              </a:ext>
            </a:extLst>
          </p:cNvPr>
          <p:cNvSpPr txBox="1"/>
          <p:nvPr/>
        </p:nvSpPr>
        <p:spPr>
          <a:xfrm>
            <a:off x="3579926" y="2967335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/>
              <a:t>シンプル</a:t>
            </a:r>
            <a:r>
              <a:rPr kumimoji="1" lang="en-US" altLang="ja-JP" sz="5400" dirty="0"/>
              <a:t>×</a:t>
            </a:r>
            <a:r>
              <a:rPr lang="ja-JP" altLang="en-US" sz="5400" dirty="0"/>
              <a:t>爽快</a:t>
            </a:r>
            <a:endParaRPr lang="en-US" altLang="ja-JP" sz="5400" dirty="0"/>
          </a:p>
        </p:txBody>
      </p:sp>
    </p:spTree>
    <p:extLst>
      <p:ext uri="{BB962C8B-B14F-4D97-AF65-F5344CB8AC3E}">
        <p14:creationId xmlns:p14="http://schemas.microsoft.com/office/powerpoint/2010/main" val="188778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DB0864-9183-EA12-91B0-4130E0F5A634}"/>
              </a:ext>
            </a:extLst>
          </p:cNvPr>
          <p:cNvSpPr txBox="1"/>
          <p:nvPr/>
        </p:nvSpPr>
        <p:spPr>
          <a:xfrm>
            <a:off x="781050" y="704850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ゲーム概要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E7EC91-4465-C72C-1CE0-78AE38B34E1C}"/>
              </a:ext>
            </a:extLst>
          </p:cNvPr>
          <p:cNvSpPr txBox="1"/>
          <p:nvPr/>
        </p:nvSpPr>
        <p:spPr>
          <a:xfrm>
            <a:off x="781050" y="1992050"/>
            <a:ext cx="80842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剣での通常攻撃コンボと爽快な必殺技で敵を倒し</a:t>
            </a:r>
            <a:endParaRPr lang="en-US" altLang="ja-JP" sz="2800" dirty="0"/>
          </a:p>
          <a:p>
            <a:r>
              <a:rPr lang="ja-JP" altLang="en-US" sz="2800" dirty="0"/>
              <a:t>ステージを攻略していくゲーム</a:t>
            </a:r>
            <a:endParaRPr lang="en-US" altLang="ja-JP" sz="28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9A8A3B-ADCA-8131-EB6B-165311516FFB}"/>
              </a:ext>
            </a:extLst>
          </p:cNvPr>
          <p:cNvSpPr txBox="1"/>
          <p:nvPr/>
        </p:nvSpPr>
        <p:spPr>
          <a:xfrm>
            <a:off x="781050" y="3525471"/>
            <a:ext cx="41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参考にするゲーム：</a:t>
            </a:r>
            <a:r>
              <a:rPr kumimoji="1" lang="en-US" altLang="ja-JP" sz="2800" dirty="0"/>
              <a:t>FF16</a:t>
            </a:r>
            <a:endParaRPr kumimoji="1" lang="ja-JP" altLang="en-US" sz="2800" dirty="0"/>
          </a:p>
        </p:txBody>
      </p:sp>
      <p:pic>
        <p:nvPicPr>
          <p:cNvPr id="4" name="図 3" descr="FINAL FANTASY XVI">
            <a:extLst>
              <a:ext uri="{FF2B5EF4-FFF2-40B4-BE49-F238E27FC236}">
                <a16:creationId xmlns:a16="http://schemas.microsoft.com/office/drawing/2014/main" id="{1A271141-54DE-84DF-6445-3CCA966F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075" y="3337916"/>
            <a:ext cx="6257924" cy="352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2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A9EEDD8-5C9A-3BD1-AE5E-1B58FC870539}"/>
              </a:ext>
            </a:extLst>
          </p:cNvPr>
          <p:cNvSpPr txBox="1"/>
          <p:nvPr/>
        </p:nvSpPr>
        <p:spPr>
          <a:xfrm>
            <a:off x="708602" y="526063"/>
            <a:ext cx="8359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やりたいこと</a:t>
            </a:r>
            <a:r>
              <a:rPr lang="ja-JP" altLang="en-US" sz="4800" dirty="0"/>
              <a:t>①</a:t>
            </a:r>
            <a:r>
              <a:rPr kumimoji="1" lang="ja-JP" altLang="en-US" sz="4800" dirty="0"/>
              <a:t>：必殺技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33E33F7-14C9-B1B5-5486-FC585BE35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02" y="4565130"/>
            <a:ext cx="3671601" cy="173811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F026415-C053-68AC-8729-A94D75BE7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085" y="3238952"/>
            <a:ext cx="1676634" cy="132416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299FB53-0C3B-4D62-751A-973DD1CB4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75" y="3238952"/>
            <a:ext cx="5504873" cy="3092985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7F338B-8999-EBA8-C8A1-44B41F88CD6B}"/>
              </a:ext>
            </a:extLst>
          </p:cNvPr>
          <p:cNvSpPr txBox="1"/>
          <p:nvPr/>
        </p:nvSpPr>
        <p:spPr>
          <a:xfrm>
            <a:off x="913186" y="2730262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攻撃でゲージを貯める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2BA1A6C-6ACE-26D9-E116-EF76580E7A93}"/>
              </a:ext>
            </a:extLst>
          </p:cNvPr>
          <p:cNvSpPr txBox="1"/>
          <p:nvPr/>
        </p:nvSpPr>
        <p:spPr>
          <a:xfrm>
            <a:off x="6821031" y="2777287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ゲージを消費して必殺技を発動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912FBBBD-056B-7254-FF1B-BCDFF3EC36B9}"/>
              </a:ext>
            </a:extLst>
          </p:cNvPr>
          <p:cNvSpPr/>
          <p:nvPr/>
        </p:nvSpPr>
        <p:spPr>
          <a:xfrm>
            <a:off x="4643293" y="3677112"/>
            <a:ext cx="1237673" cy="4156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8BF0D0A6-2640-80DA-2B97-E9A68776EF7E}"/>
              </a:ext>
            </a:extLst>
          </p:cNvPr>
          <p:cNvSpPr/>
          <p:nvPr/>
        </p:nvSpPr>
        <p:spPr>
          <a:xfrm flipH="1">
            <a:off x="4597279" y="5226370"/>
            <a:ext cx="1195919" cy="4156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E0FF73-7B18-5E39-E51B-5E7BBB8D82EC}"/>
              </a:ext>
            </a:extLst>
          </p:cNvPr>
          <p:cNvSpPr txBox="1"/>
          <p:nvPr/>
        </p:nvSpPr>
        <p:spPr>
          <a:xfrm>
            <a:off x="2916052" y="1782051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必殺技で敵を一掃するのが爽快！！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7342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0909-FECC-BCAE-2D44-1EA094A4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903457-A90E-2F84-A4D3-374D3A55D191}"/>
              </a:ext>
            </a:extLst>
          </p:cNvPr>
          <p:cNvSpPr txBox="1"/>
          <p:nvPr/>
        </p:nvSpPr>
        <p:spPr>
          <a:xfrm>
            <a:off x="708601" y="526063"/>
            <a:ext cx="10368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やりたいこと②：ジャスト回避反撃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A826D8-26F5-817A-AC5C-53BDB8BC6008}"/>
              </a:ext>
            </a:extLst>
          </p:cNvPr>
          <p:cNvSpPr txBox="1"/>
          <p:nvPr/>
        </p:nvSpPr>
        <p:spPr>
          <a:xfrm>
            <a:off x="1694795" y="2024548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ゲージがたくさん貯まるため、より必殺技を回せる！</a:t>
            </a:r>
            <a:endParaRPr kumimoji="1" lang="ja-JP" altLang="en-US" sz="28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EE3DEF-1B8B-53D3-BC4D-24DBD36E1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01" y="3519844"/>
            <a:ext cx="3972330" cy="269597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D22112C-5D25-A18A-59FA-E312B4577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3519845"/>
            <a:ext cx="4612765" cy="2695974"/>
          </a:xfrm>
          <a:prstGeom prst="rect">
            <a:avLst/>
          </a:prstGeom>
        </p:spPr>
      </p:pic>
      <p:sp>
        <p:nvSpPr>
          <p:cNvPr id="15" name="矢印: 右 14">
            <a:extLst>
              <a:ext uri="{FF2B5EF4-FFF2-40B4-BE49-F238E27FC236}">
                <a16:creationId xmlns:a16="http://schemas.microsoft.com/office/drawing/2014/main" id="{11CA87FD-4051-2587-8CBA-DE0BFD0FCD2A}"/>
              </a:ext>
            </a:extLst>
          </p:cNvPr>
          <p:cNvSpPr/>
          <p:nvPr/>
        </p:nvSpPr>
        <p:spPr>
          <a:xfrm>
            <a:off x="4857750" y="4591050"/>
            <a:ext cx="2076450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6672B7-48E6-8295-D91C-321BC9E188C4}"/>
              </a:ext>
            </a:extLst>
          </p:cNvPr>
          <p:cNvSpPr txBox="1"/>
          <p:nvPr/>
        </p:nvSpPr>
        <p:spPr>
          <a:xfrm>
            <a:off x="1722353" y="308065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ジャスト回避</a:t>
            </a:r>
            <a:endParaRPr kumimoji="1" lang="ja-JP" altLang="en-US" sz="2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BD40A98-B9C1-7AC8-1596-0D8703F7570D}"/>
              </a:ext>
            </a:extLst>
          </p:cNvPr>
          <p:cNvSpPr txBox="1"/>
          <p:nvPr/>
        </p:nvSpPr>
        <p:spPr>
          <a:xfrm>
            <a:off x="8931148" y="30806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反撃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DE254B-720F-BFD1-55E5-EAE256C5CC0F}"/>
              </a:ext>
            </a:extLst>
          </p:cNvPr>
          <p:cNvSpPr txBox="1"/>
          <p:nvPr/>
        </p:nvSpPr>
        <p:spPr>
          <a:xfrm>
            <a:off x="5031312" y="426169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攻撃ボタン</a:t>
            </a:r>
          </a:p>
        </p:txBody>
      </p:sp>
    </p:spTree>
    <p:extLst>
      <p:ext uri="{BB962C8B-B14F-4D97-AF65-F5344CB8AC3E}">
        <p14:creationId xmlns:p14="http://schemas.microsoft.com/office/powerpoint/2010/main" val="333640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EE05-8A6C-4861-2747-2142F961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A79A1A-AFD2-DA9C-C775-407817226590}"/>
              </a:ext>
            </a:extLst>
          </p:cNvPr>
          <p:cNvSpPr txBox="1"/>
          <p:nvPr/>
        </p:nvSpPr>
        <p:spPr>
          <a:xfrm>
            <a:off x="708601" y="526063"/>
            <a:ext cx="10846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やりたいこと③：パリィ反撃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0B2F25-F7B9-8070-76CA-A8DDB5278CC8}"/>
              </a:ext>
            </a:extLst>
          </p:cNvPr>
          <p:cNvSpPr txBox="1"/>
          <p:nvPr/>
        </p:nvSpPr>
        <p:spPr>
          <a:xfrm>
            <a:off x="2772013" y="2014395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回避反撃よりさらにゲージが溜まる！！</a:t>
            </a:r>
            <a:endParaRPr lang="en-US" altLang="ja-JP" sz="2800" dirty="0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27B8EE2C-7FC4-2FD9-7855-1525373441BE}"/>
              </a:ext>
            </a:extLst>
          </p:cNvPr>
          <p:cNvSpPr/>
          <p:nvPr/>
        </p:nvSpPr>
        <p:spPr>
          <a:xfrm>
            <a:off x="5064303" y="4632688"/>
            <a:ext cx="1866397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45615E2-059B-BF47-5751-3593B7B82FE3}"/>
              </a:ext>
            </a:extLst>
          </p:cNvPr>
          <p:cNvSpPr txBox="1"/>
          <p:nvPr/>
        </p:nvSpPr>
        <p:spPr>
          <a:xfrm>
            <a:off x="1664387" y="318998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ジャストパリィ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5A4443-7700-2510-2790-DF5B49B6A2F6}"/>
              </a:ext>
            </a:extLst>
          </p:cNvPr>
          <p:cNvSpPr txBox="1"/>
          <p:nvPr/>
        </p:nvSpPr>
        <p:spPr>
          <a:xfrm>
            <a:off x="8958322" y="317806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反撃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D1BAA42-BFA5-2813-73B5-5B6B555D530E}"/>
              </a:ext>
            </a:extLst>
          </p:cNvPr>
          <p:cNvSpPr txBox="1"/>
          <p:nvPr/>
        </p:nvSpPr>
        <p:spPr>
          <a:xfrm>
            <a:off x="5268651" y="43909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攻撃ボタン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BEDF4D2-6D2E-598D-49A3-8A68349E5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01" y="3668019"/>
            <a:ext cx="4250675" cy="239100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06BC64C-E11C-5B61-BA36-F28419B65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727" y="3612177"/>
            <a:ext cx="4389582" cy="24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22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121</Words>
  <Application>Microsoft Office PowerPoint</Application>
  <PresentationFormat>ワイド画面</PresentationFormat>
  <Paragraphs>25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Iron Sword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大翔 佐々木</dc:creator>
  <cp:lastModifiedBy>大翔 佐々木</cp:lastModifiedBy>
  <cp:revision>3</cp:revision>
  <dcterms:created xsi:type="dcterms:W3CDTF">2026-05-07T02:19:05Z</dcterms:created>
  <dcterms:modified xsi:type="dcterms:W3CDTF">2026-05-12T12:27:58Z</dcterms:modified>
</cp:coreProperties>
</file>